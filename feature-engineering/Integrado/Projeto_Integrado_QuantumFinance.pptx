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Projeto Integrado -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QuantumFinance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Objetivo: Melhorar modelo de risco de crédito.</a:t>
            </a:r>
          </a:p>
          <a:p>
            <a:r>
              <a:t>Dataset: clientes aprovados, alvo = mau pagador (1).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Técnicas Utilizadas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Imputação de dados</a:t>
            </a:r>
          </a:p>
          <a:p>
            <a:r>
              <a:t>- Normalização</a:t>
            </a:r>
          </a:p>
          <a:p>
            <a:r>
              <a:t>- Engenharia de características</a:t>
            </a:r>
          </a:p>
          <a:p>
            <a:r>
              <a:t>- Outliers</a:t>
            </a:r>
          </a:p>
          <a:p>
            <a:r>
              <a:t>- Balanceamento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Imputação de Dados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Numéricas: Mediana</a:t>
            </a:r>
          </a:p>
          <a:p>
            <a:r>
              <a:t>- Categóricas: Moda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StandardScaler em variáveis numéricas. Flags binárias não normalizadas.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Engenharia de Características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RENDA_TOTAL</a:t>
            </a:r>
          </a:p>
          <a:p>
            <a:r>
              <a:t>- PATRIMONIO_POR_RENDA</a:t>
            </a:r>
          </a:p>
          <a:p>
            <a:r>
              <a:t>- TEMPO_RESIDENCIA_TRABALHO_RATIO</a:t>
            </a:r>
          </a:p>
          <a:p>
            <a:r>
              <a:t>- CARTOES_TOTAIS</a:t>
            </a:r>
          </a:p>
          <a:p>
            <a:r>
              <a:t>- TEM_CARTAO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Remoção com método IQR (Intervalo Interquartil).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Balanceamento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Uso de class_weight='balanced'.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Modelagem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Modelo: Regressão Logística.</a:t>
            </a:r>
          </a:p>
          <a:p>
            <a:r>
              <a:t>Métricas: Accuracy, Recall Classe 1, F1-Score Classe 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{inserir imagem da comparação de desempenho dos modelos}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Engineering moderado foi mais eficaz.</a:t>
            </a:r>
          </a:p>
          <a:p>
            <a:r>
              <a:t>Maximização do Recall da Classe 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Anexos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{inserir matriz de correlação e distribuições}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